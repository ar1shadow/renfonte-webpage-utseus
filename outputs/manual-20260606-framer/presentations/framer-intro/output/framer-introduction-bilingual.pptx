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9e22f47d3c4183" /><Relationship Type="http://schemas.openxmlformats.org/officeDocument/2006/relationships/extended-properties" Target="/docProps/app.xml" Id="Ra8f14e4e746942d7" /><Relationship Type="http://schemas.openxmlformats.org/officeDocument/2006/relationships/officeDocument" Target="/ppt/presentation.xml" Id="Rb6fe66f1127e40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32d8d3c77341cb"/>
  </p:sldMasterIdLst>
  <p:notesMasterIdLst>
    <p:notesMasterId xmlns:r="http://schemas.openxmlformats.org/officeDocument/2006/relationships" r:id="R90b01d8475c74e0c"/>
  </p:notesMasterIdLst>
  <p:sldIdLst>
    <p:sldId xmlns:r="http://schemas.openxmlformats.org/officeDocument/2006/relationships" id="256" r:id="R42ea4f4156be4d45"/>
    <p:sldId xmlns:r="http://schemas.openxmlformats.org/officeDocument/2006/relationships" id="257" r:id="Rd62d8725a97f4a8f"/>
    <p:sldId xmlns:r="http://schemas.openxmlformats.org/officeDocument/2006/relationships" id="258" r:id="Rf5c451e7ea1149e1"/>
    <p:sldId xmlns:r="http://schemas.openxmlformats.org/officeDocument/2006/relationships" id="259" r:id="Ra85b997f2e8349cb"/>
    <p:sldId xmlns:r="http://schemas.openxmlformats.org/officeDocument/2006/relationships" id="260" r:id="R75e29b6c495f4f6f"/>
    <p:sldId xmlns:r="http://schemas.openxmlformats.org/officeDocument/2006/relationships" id="261" r:id="R39c4e5fea2f74ecd"/>
    <p:sldId xmlns:r="http://schemas.openxmlformats.org/officeDocument/2006/relationships" id="262" r:id="R8d98e6120f9543c9"/>
    <p:sldId xmlns:r="http://schemas.openxmlformats.org/officeDocument/2006/relationships" id="263" r:id="R791563bc17b0400b"/>
    <p:sldId xmlns:r="http://schemas.openxmlformats.org/officeDocument/2006/relationships" id="264" r:id="Rfd2e5259d75442bc"/>
    <p:sldId xmlns:r="http://schemas.openxmlformats.org/officeDocument/2006/relationships" id="265" r:id="Ra24e6ecdca6a43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e7ced40094c4a" /><Relationship Type="http://schemas.openxmlformats.org/officeDocument/2006/relationships/slideMaster" Target="/ppt/slideMasters/slideMaster1.xml" Id="Rf332d8d3c77341cb" /><Relationship Type="http://schemas.openxmlformats.org/officeDocument/2006/relationships/notesMaster" Target="/ppt/notesMasters/notesMaster1.xml" Id="R90b01d8475c74e0c" /><Relationship Type="http://schemas.openxmlformats.org/officeDocument/2006/relationships/presProps" Target="/ppt/presProps.xml" Id="R75a132de8bae49d9" /><Relationship Type="http://schemas.openxmlformats.org/officeDocument/2006/relationships/viewProps" Target="/ppt/viewProps.xml" Id="Rca00fdcfb0a94e22" /><Relationship Type="http://schemas.openxmlformats.org/officeDocument/2006/relationships/tableStyles" Target="/ppt/tableStyles.xml" Id="R426b0116ce7c4caa" /><Relationship Type="http://schemas.openxmlformats.org/officeDocument/2006/relationships/slide" Target="/ppt/slides/slide1.xml" Id="R42ea4f4156be4d45" /><Relationship Type="http://schemas.openxmlformats.org/officeDocument/2006/relationships/slide" Target="/ppt/slides/slide2.xml" Id="Rd62d8725a97f4a8f" /><Relationship Type="http://schemas.openxmlformats.org/officeDocument/2006/relationships/slide" Target="/ppt/slides/slide3.xml" Id="Rf5c451e7ea1149e1" /><Relationship Type="http://schemas.openxmlformats.org/officeDocument/2006/relationships/slide" Target="/ppt/slides/slide4.xml" Id="Ra85b997f2e8349cb" /><Relationship Type="http://schemas.openxmlformats.org/officeDocument/2006/relationships/slide" Target="/ppt/slides/slide5.xml" Id="R75e29b6c495f4f6f" /><Relationship Type="http://schemas.openxmlformats.org/officeDocument/2006/relationships/slide" Target="/ppt/slides/slide6.xml" Id="R39c4e5fea2f74ecd" /><Relationship Type="http://schemas.openxmlformats.org/officeDocument/2006/relationships/slide" Target="/ppt/slides/slide7.xml" Id="R8d98e6120f9543c9" /><Relationship Type="http://schemas.openxmlformats.org/officeDocument/2006/relationships/slide" Target="/ppt/slides/slide8.xml" Id="R791563bc17b0400b" /><Relationship Type="http://schemas.openxmlformats.org/officeDocument/2006/relationships/slide" Target="/ppt/slides/slide9.xml" Id="Rfd2e5259d75442bc" /><Relationship Type="http://schemas.openxmlformats.org/officeDocument/2006/relationships/slide" Target="/ppt/slides/slide10.xml" Id="Ra24e6ecdca6a43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d6629305ce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a4014add9c467a" /><Relationship Type="http://schemas.openxmlformats.org/officeDocument/2006/relationships/notesMaster" Target="/ppt/notesMasters/notesMaster1.xml" Id="R7c119bd39a1845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3b230e57a84c4b" /><Relationship Type="http://schemas.openxmlformats.org/officeDocument/2006/relationships/notesMaster" Target="/ppt/notesMasters/notesMaster1.xml" Id="R40f95fbda1c442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d72309b064034" /><Relationship Type="http://schemas.openxmlformats.org/officeDocument/2006/relationships/notesMaster" Target="/ppt/notesMasters/notesMaster1.xml" Id="R9141dccedb304d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56c0bdf2c54225" /><Relationship Type="http://schemas.openxmlformats.org/officeDocument/2006/relationships/notesMaster" Target="/ppt/notesMasters/notesMaster1.xml" Id="Rd6ea87afef3b45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f00f8601140af" /><Relationship Type="http://schemas.openxmlformats.org/officeDocument/2006/relationships/notesMaster" Target="/ppt/notesMasters/notesMaster1.xml" Id="R70343154b3ff48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109d01c5f14c00" /><Relationship Type="http://schemas.openxmlformats.org/officeDocument/2006/relationships/notesMaster" Target="/ppt/notesMasters/notesMaster1.xml" Id="R4a1831282b1348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aa7eca7ac046f0" /><Relationship Type="http://schemas.openxmlformats.org/officeDocument/2006/relationships/notesMaster" Target="/ppt/notesMasters/notesMaster1.xml" Id="Rfac8649ade264d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b9e381d544e88" /><Relationship Type="http://schemas.openxmlformats.org/officeDocument/2006/relationships/notesMaster" Target="/ppt/notesMasters/notesMaster1.xml" Id="R3f58b611fcc344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d6922423044cf5" /><Relationship Type="http://schemas.openxmlformats.org/officeDocument/2006/relationships/notesMaster" Target="/ppt/notesMasters/notesMaster1.xml" Id="Rd87cdb50cb5c4b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aea062306248c7" /><Relationship Type="http://schemas.openxmlformats.org/officeDocument/2006/relationships/notesMaster" Target="/ppt/notesMasters/notesMaster1.xml" Id="Rf6ab1b640ed3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9f42c9bb248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206396dff64440" /><Relationship Type="http://schemas.openxmlformats.org/officeDocument/2006/relationships/slideLayout" Target="/ppt/slideLayouts/slideLayout1.xml" Id="Recc9362aeb12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9362aeb12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e3c14013b4198" /><Relationship Type="http://schemas.openxmlformats.org/officeDocument/2006/relationships/notesSlide" Target="/ppt/notesSlides/notesSlide1.xml" Id="R0aa60a202ef549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e02891f3349f0" /><Relationship Type="http://schemas.openxmlformats.org/officeDocument/2006/relationships/notesSlide" Target="/ppt/notesSlides/notesSlide2.xml" Id="Rbfaf9eb7cacb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502d4e587451f" /><Relationship Type="http://schemas.openxmlformats.org/officeDocument/2006/relationships/notesSlide" Target="/ppt/notesSlides/notesSlide3.xml" Id="R82b8f8365626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c16046884b4d" /><Relationship Type="http://schemas.openxmlformats.org/officeDocument/2006/relationships/notesSlide" Target="/ppt/notesSlides/notesSlide4.xml" Id="R8b0a41642d6840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1955a5e714d36" /><Relationship Type="http://schemas.openxmlformats.org/officeDocument/2006/relationships/notesSlide" Target="/ppt/notesSlides/notesSlide5.xml" Id="R7ffc0e63caee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c17db771d4984" /><Relationship Type="http://schemas.openxmlformats.org/officeDocument/2006/relationships/notesSlide" Target="/ppt/notesSlides/notesSlide6.xml" Id="R2611538cae5346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79ca3ab6e442e" /><Relationship Type="http://schemas.openxmlformats.org/officeDocument/2006/relationships/notesSlide" Target="/ppt/notesSlides/notesSlide7.xml" Id="R515e513ee8e14b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dadbf9724456b" /><Relationship Type="http://schemas.openxmlformats.org/officeDocument/2006/relationships/notesSlide" Target="/ppt/notesSlides/notesSlide8.xml" Id="R06b0adc53e8047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25fe497904384" /><Relationship Type="http://schemas.openxmlformats.org/officeDocument/2006/relationships/notesSlide" Target="/ppt/notesSlides/notesSlide9.xml" Id="R6cf5e9bd20a242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e76eb7f2e456a" /><Relationship Type="http://schemas.openxmlformats.org/officeDocument/2006/relationships/notesSlide" Target="/ppt/notesSlides/notesSlide10.xml" Id="R4c9914dcd9df43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BC016-1B2F-44A2-AF9C-B929CA09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2779B-C28F-4C71-AA82-FE43CF2B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FRAMER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CE5D-48FD-4C77-9E34-11EA1DBE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从网页设计到真实上线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F0F6B-A380-4AE2-8B2A-E1425EC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Du design web à un vrai site publié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5EBB7-EADB-407E-862A-8A58B45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核心观点：Framer 把设计、交互和发布放进同一个工作流。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9F8DE-34C6-41AB-953B-EF15301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Idée clé : Framer réunit le design, l'interaction et la publication dans un seul outil.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EE95-1509-41C6-968F-D4766A3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811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34B70-8694-4422-AC42-7FA91D4E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477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No-code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B2DF8-5FDE-4402-95BE-FFDF19A1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15D9B-C958-4809-B4B4-67776013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5742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CF9E0-F2EC-46F0-AA94-99B28A18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E7698-4850-4274-A6AE-6222B2FE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2897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1F76C-5326-4496-B222-9B7AC67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13250-5A60-4B57-B1C7-DC006DF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386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18D0A-BA87-4C73-801A-03EC4DC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9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1019B-85A0-418E-9EDD-43E7FDB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9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71DAE-7FA9-4BB2-A685-3FFC77DD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9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69BA8-E4E0-46AC-9332-527387D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01</a:t>
            </a:r>
          </a:p>
        </p:txBody>
      </p:sp>
    </p:spTree>
    <p:extLst>
      <p:ext uri="{BB962C8B-B14F-4D97-AF65-F5344CB8AC3E}">
        <p14:creationId xmlns:p14="http://schemas.microsoft.com/office/powerpoint/2010/main" val="19632156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2D662-EC54-4BAD-81FD-62E2961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2B30-4C0B-432C-AAD6-7941B07C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01 ·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A0249-5D47-4F51-905E-2CA4060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传统流程很长，Framer 把它压缩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3816C-E9A8-433C-B5B9-9424449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Le processus classique est long ; Framer le raccourcit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41B1D-B232-4AF0-9D1F-71EDA884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61E17-9490-490D-A9A4-0DDB3F9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设计稿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90F1D-0DF1-4DDC-BF47-0FDAE35C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Maquette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6C35D-D6C1-4E9D-896C-18AC340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Figma / 设计软件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6C3C1-21A6-413E-9D22-D1372C66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F743D-718E-44B8-8BB9-7CEFE4A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F4A8F-7694-4A94-A623-977AAB9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16F1B-7045-4263-BECC-AF5AB761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开发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6791A-941D-43F2-BAC7-DF4B5BEA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146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Développement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88A1C-35CB-4DD5-AAA6-2DDF2367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194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HTML · CSS · 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7DB19-0F6B-4C6A-B5B5-395D0EA6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61A17-9062-41BD-8436-4ED8DF6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C6F9A-29B9-4A7D-8664-0BB0143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E5D0E-42CE-43F3-B42F-7327CDD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部署维护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59E0C-474A-4136-A3A5-EFED8BA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Publication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93F5A-E87A-4BF5-BF6E-F12B6796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服务器 · 域名 · 性能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B19B1-006B-4CD3-A13D-3272285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FD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CC0B8-1870-4A3C-A37B-C0D65978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F6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D7F66"/>
                </a:solidFill>
                <a:latin typeface="Aptos Display"/>
                <a:ea typeface="Aptos Display"/>
                <a:cs typeface="Aptos Display"/>
              </a:rPr>
              <a:t>Framer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85020-8238-45DD-84FC-D2FDDB9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设计 + 交互 + 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01BFA-A0FA-4F76-A26C-9B1F4F85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Design + interaction + publication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D5F0A4-1C44-43EE-BD9C-872CF4BE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一句话：它不是只画页面，而是直接生成可访问的网站。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45A4F-4CCC-4946-B359-75D125D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En une phrase : ce n'est pas seulement une maquette, c'est un vrai site.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121E9-0EBF-4EC4-AA33-C51C31A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02</a:t>
            </a:r>
          </a:p>
        </p:txBody>
      </p:sp>
    </p:spTree>
    <p:extLst>
      <p:ext uri="{BB962C8B-B14F-4D97-AF65-F5344CB8AC3E}">
        <p14:creationId xmlns:p14="http://schemas.microsoft.com/office/powerpoint/2010/main" val="14345333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DB6E0-77F4-4ED4-8207-1347D34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5DF5-BFBC-4223-A711-C9142A4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02 ·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463D-AA16-4484-82F3-FB59C6F6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Framer 的定位：三个工具合在一起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6F69-E866-4CDC-8A14-57729824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Le positionnement de Framer : trois outils en 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11F14-84D2-4110-AFFD-19B93389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009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7776D-91DD-455E-BA25-ADADB083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1AE4A-6A03-4FEC-BBF8-AE74EE9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05075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26DA3-B836-4AC5-BC2F-41D3985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页面设计工具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0B6B7-C8A0-421E-BF91-D45B292C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Outil de design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122E6-9594-4C5D-8736-C6503CF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拖拽文本、图片、按钮、导航栏和 section。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9FF0D-A87C-4E2D-A942-3A20D340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009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40DDD-0396-4982-8AC7-9EEDC187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0D9D5-97D9-4A5C-8F17-5FB3575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216A2-FD7F-49F5-8176-6B7F642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内容管理工具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6B12A-7F9D-4C85-879D-5BD457E4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Outil de gestion de contenu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64076-AEC0-4EC5-B7E0-4B5A5BEC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用 CMS 管理博客、案例、产品列表等重复内容。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AD53D-64BF-4399-A22E-E679C6A0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009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73CD0-F194-4826-8351-47D2A9E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59956-A776-4A54-AF86-99D57686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05075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17166-F770-4E4E-ACD0-BC1FEA8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发布托管平台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E09EA-6C8A-44B8-B22E-31F249A8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Plateforme de publication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A017A-C5EB-4A9D-AE78-7DB30B42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设计完成后可以直接发布，并绑定自定义域名。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B4AAE-4ABA-4C41-A7DA-F5A2A8F6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关键区别：产出不只是设计稿，而是能上线访问的网站。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2CAB6-7706-4EBF-B7C0-6EC3B438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Différence clé : le résultat n'est pas seulement une maquette, mais un site publié.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7B220-F560-4597-97A3-969D87E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03</a:t>
            </a:r>
          </a:p>
        </p:txBody>
      </p:sp>
    </p:spTree>
    <p:extLst>
      <p:ext uri="{BB962C8B-B14F-4D97-AF65-F5344CB8AC3E}">
        <p14:creationId xmlns:p14="http://schemas.microsoft.com/office/powerpoint/2010/main" val="2011303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4182F0-B98C-4034-A963-12A91A5A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B0BC6-EF51-449B-904D-E3DB0071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03 ·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7F179-8A7F-4DA2-B8B3-5BA32F9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无代码更直观，但仍然要懂布局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1092C-8429-4946-BE33-C5DBD5B6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No-code est plus visuel, mais il faut comprendre la mise en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7BE6D-1105-4948-9C48-A89C29F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629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44989-05E2-4F36-B77A-C812FB91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直观的部分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01FB3-5BA6-4320-A8C5-0E18039A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Ce qui est 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2EB68-0ABC-4D22-97A6-9E71E7EC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3752F-F498-4CF5-AE7D-8FF53256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直接拖拽页面模块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0D7E2-EC52-4325-8334-AE5C15E5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Ajouter des blocs directement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5647F-4CC0-4C6F-9105-3B253FA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98275-F7ED-47C9-9681-4E8FF3DC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调整文字、颜色、图片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16CA5-0304-412B-99B7-47ED10E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862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Modifier texte, couleurs, images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986F3-A995-40FA-9E6B-5393DB58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350F-C6B5-4626-8A15-0F3265E4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更快做出页面草稿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7613C-46B3-4662-99CD-01C34D55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Créer une première page rapidement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AF3A3-73EF-4EA0-97E2-5957B417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4629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E6C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05EEE-B365-4D9E-88C8-F3245369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需要学习的部分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BA066-5114-47EB-9819-74C2631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Ce qu'il faut apprendre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3ED29-B63C-4071-B282-DA945275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8729A-7B61-4E85-87C8-C0A08472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051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padding / margin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E158A-A7BD-429A-B792-B85EDC88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DD7FA-6EBB-49BB-A3DC-8D088172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051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9B14B7-2FFE-419A-B507-6FFA848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4AE72-1D85-4468-9BFE-EBC9BF7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957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 /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B73FA-E1AA-4A6B-A4DB-C45416D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0E8B8-89A0-4FFF-A6F1-18E9B1B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957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B5239-1CE4-4721-A7D2-439D122B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958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结论：Framer 降低的是写代码门槛，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E2A4F-248E-4FF4-AD81-A4443E86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不是取消网页排版逻辑。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84120-CB12-4440-8B8E-1BBE2B30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Framer réduit la difficulté du code, mais pas la logique du design web.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68F49-97BC-4070-ACD8-20266EBA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04</a:t>
            </a:r>
          </a:p>
        </p:txBody>
      </p:sp>
    </p:spTree>
    <p:extLst>
      <p:ext uri="{BB962C8B-B14F-4D97-AF65-F5344CB8AC3E}">
        <p14:creationId xmlns:p14="http://schemas.microsoft.com/office/powerpoint/2010/main" val="8083988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63ED0-86A1-4D8D-AA67-E7AA23A8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5AC03-D3AE-4EDC-847B-0510AFE1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04 ·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6CDC8-F151-4A61-A02B-C914C04D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组件和动效让页面更统一、更有表现力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E3881-8FC7-4D64-9BA7-3EF9799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Les composants et animations rendent le site cohérent et vivant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DFF05-A18F-4ED3-B8D1-A92D2C8A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FD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37A5-316B-448D-B15A-DDCF290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组件 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3608D-DF8A-456F-9FE9-9ACBEBA8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Un bloc réutilisable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AC087-93B8-4622-9CEF-7A06F64D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4010D-CE13-4C91-B90F-70C2169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按钮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23084-DC7A-4790-A180-1E9851F6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Bouton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774EB-B871-4174-86B9-D8E8848B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677DD-9E85-4C8B-B9D7-BD099D0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导航栏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6480C-10F4-49BC-BC26-3A740AB2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Menu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B8ADF-3708-4CDA-8FEB-709142D2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B2B27-991F-47C4-ACB1-C18EE1ED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产品卡片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B7CB2-A078-404A-98F0-DCB7FCAF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Carte produit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A098D-4326-438A-84ED-672CA14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211EB-7D0E-44DC-903B-7888E5B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D9721-51A5-4269-B8F5-4CE31EFE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D1126-A07B-466F-AA0C-8CEDD496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8C1A9-1536-4D9F-A5A8-56B9A76B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E8D4C-35B7-4098-9EC9-A416DFC9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像 HTML/CSS 的 class：定义一次，多处复用。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87FBC-C825-49DA-9A80-F2915E12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Comme une classe en HTML/CSS : on définit une fois, puis on réutilise.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0801F-8645-494A-BD06-91FAD31A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6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B66A"/>
                </a:solidFill>
                <a:latin typeface="Aptos"/>
                <a:ea typeface="Aptos"/>
                <a:cs typeface="Aptos"/>
              </a:rPr>
              <a:t>动效：hover · scroll · transition · card 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9DDDB-5C73-428F-81A4-65F66FA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05</a:t>
            </a:r>
          </a:p>
        </p:txBody>
      </p:sp>
    </p:spTree>
    <p:extLst>
      <p:ext uri="{BB962C8B-B14F-4D97-AF65-F5344CB8AC3E}">
        <p14:creationId xmlns:p14="http://schemas.microsoft.com/office/powerpoint/2010/main" val="4546788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9C154-48D8-4F50-82F3-C83368EB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CAB24-0EE8-42A4-A702-3DCEE323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05 ·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BC723-3050-4F34-9292-841076A2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三个高价值功能：AI、CMS、一键发布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474B-1CA5-4F26-8FC7-9ACF492A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Trois fonctions fortes : IA, CMS, publication en un clic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F301A-B894-4386-A31A-49F6961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781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4A055-8970-488B-A190-9A0286D3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8E78B-77A8-48AA-8A91-B0CB29A8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1C431-5F5B-44BB-9D91-58129D72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AI 生成初稿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66265-F999-449B-AA03-D43B7C6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L'IA crée une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552AE-442E-4421-AD6E-D1C719F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输入描述，快速得到可修改页面草稿。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4FE76-5067-4C8A-B825-E8D46920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95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933AD-79D0-4779-9A3E-28C0288A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31636-1837-47B7-AFF6-B8AD065B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71700"/>
            <a:ext cx="2781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88890-EA57-40CE-AD4D-4243250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083A8-D9FE-4DF2-BAA6-875D7AB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336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41A99-0FF9-4460-A954-D42B572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CMS 管理内容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FE7E7-466F-4D3F-BC33-16DFCC6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43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Le CMS gère le contenu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14C65-4019-4F6F-830A-7B114CDF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81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博客、案例、产品列表可以持续更新。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4AD1A-ED91-411B-A5B4-38A7C7F5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95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43696-A06B-44B0-8270-F1EAD18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EC0CB-3B22-457E-98BD-33B6F1A4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781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ACB02-753B-49DB-A915-1A50392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7CE0D-1167-4032-A1EF-003D8524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A967F-AE3C-440F-89D1-05A2CAFF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一键发布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6FC77-3A48-45B4-AF1B-C739F93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Publier en un clic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87CB4-231B-4E3E-AB57-EDA8A358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设计完成后直接上线或绑定域名。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0C31DA-49DF-420A-AEAA-6E0576F8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与 Figma 的区别：Figma 擅长协作设计，Framer 更强调设计直接变成网站。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29D4A-944E-4EE2-9CDF-600F5DAC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Différence avec Figma : Figma est très fort pour la maquette ; Framer transforme le design en site.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3FD9C4-4DAE-46B1-9DBD-ECE0681B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06</a:t>
            </a:r>
          </a:p>
        </p:txBody>
      </p:sp>
    </p:spTree>
    <p:extLst>
      <p:ext uri="{BB962C8B-B14F-4D97-AF65-F5344CB8AC3E}">
        <p14:creationId xmlns:p14="http://schemas.microsoft.com/office/powerpoint/2010/main" val="13628566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94483-81B7-4881-8C5F-4737A02B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61151-98CB-4F62-A644-65381DAC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06 · COMPARE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2AEFE-90A7-4096-B86D-296599F6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Framer 与常见方法的对比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136C6-4A34-45C9-B1FB-945B247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Comparer Framer avec les méthodes courantes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BAE45-9C67-4759-9B5A-033B06B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BB22E-334F-4109-830E-2240567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26D81-38D0-4DEE-BDC5-54F7C89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B38B9-5C3B-41F4-8849-945526C1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上手速度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EC714-7FE1-4841-BF11-CBF4746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0AE82-9440-4182-9459-8E98D64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自由度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171A4-F644-495C-97DC-07FDFF31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E059E-BD5F-4D56-BEF5-1D062172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上线速度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35404-0AE4-45C8-A126-C0A9C149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4432E-3CF7-4DD6-BB86-58032746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F5249-ABC5-456A-B516-1F782EDB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8C5F6-3684-4B6C-9ABC-068E96A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1452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最适合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70A1F-0B74-420A-8454-FE26A16D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86A11-C4BA-4D53-8F94-192949A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Framer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9F612-7ADD-4986-BC04-DEE9B9B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553B1-A139-480D-851C-E53535CC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A4FFC-4529-4995-98C4-9D409F21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A65CF-4894-48A5-99FB-4F30E101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A38CC-9213-4924-8B86-EB95D6B4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7EF33-A8E4-40F6-A4B4-D39E6294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F2D08-40FA-4331-941B-D69E29C0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51BF2-C848-48F5-8D6B-6FE64D7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中高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58F42-0AEE-4334-8309-B0FB5D93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B4350-4385-4FFD-877A-3842F3D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作品集、官网、landing page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8BA82E-C8F1-480F-B693-3DE6828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2FFF1-A54A-42B6-B0F1-E74DC0BF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HTML/CSS/JS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FBAF91-16B3-4F63-988F-310CA71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87E5D5-07A6-4F50-A692-DF8A08BD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1E9AD-A12E-4839-B7A6-37832619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A45EB-6A01-406B-9A97-023444D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最高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9F8165-25BF-4EA7-8B9F-F27430FF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E0F55E-45A8-40DA-80BB-1896CF62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9EEFE4-BACA-4FF1-ADCA-6863C3B3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6F6C07-B9AC-4AD6-BE89-71317266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视团队而定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4BFAF7-DFDA-40D1-A689-DD4146B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53B7C1-FC0C-4D6D-A04D-62D2211E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复杂 Web App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37D0B7-5F85-49ED-8FF5-DB7E775A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5F0BCB-2F64-4836-BC67-290E65EC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Webflow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333CD9-AB3F-4FE5-88DF-791BC726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FAC5B1-E0E2-40E7-8E6B-9F1FDC23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D31035-39DB-49E2-8372-FC3AE99F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74AB1F-8A22-4034-95C3-1BCCA60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B29723-6C61-4A88-8667-CDA6E3A9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54558A-2A17-4B5F-80F2-4C413AF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中高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DDF442-16F9-4B8B-8744-E9166C63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126F83-6E3F-4B18-8D30-F189EBEF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中高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AEF7B1-300B-4845-8FCF-A9D68D3D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A0985E-09FB-425B-915E-09656033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专业建站和 CMS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7ACD48-5797-4FCD-9F82-514F139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A97CB2-1CFB-4571-AF52-25D5CCC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Figma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FCA346-78B4-42DE-9BA9-845A5B14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A6EA1C-409A-410D-A189-0214F66D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CB2341-F5C7-4782-BB60-0D74B111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D47AA0-D4EE-48E5-8E7A-7278325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设计自由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C68038-D6AC-4ADE-8886-FFCD2EE4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F2C2BD-CFC8-4A0A-B2CA-FCE05AF4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低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F90ED3-EAB0-4D49-8E4F-BCC33922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3ABAC3-A337-46CC-9C96-3EE595D7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最高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C773B7-DDDB-48E9-B705-6D576C6F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AFA915-93FF-4236-91FF-FF7CFCA3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界面设计和原型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69D47D-6F12-4571-BE83-63DEA5C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69642B-327B-4D36-B6D3-654B4178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Résumé : Framer est le plus direct quand l'objectif est de publier vite un vrai site visuel.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555DEB-766E-400F-92AE-20FC59FF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总结：如果目标是快速上线视觉型网站，Framer 最直接。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76EF6D-7D50-44A4-9045-6CD92E94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07</a:t>
            </a:r>
          </a:p>
        </p:txBody>
      </p:sp>
    </p:spTree>
    <p:extLst>
      <p:ext uri="{BB962C8B-B14F-4D97-AF65-F5344CB8AC3E}">
        <p14:creationId xmlns:p14="http://schemas.microsoft.com/office/powerpoint/2010/main" val="12947993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9FC129-7635-48CE-8907-6A230E30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00EA6-6F4D-46AB-B6E6-3EAAB69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07 ·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B866D-C959-4A64-9AD5-A1DB09E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定价：按项目规模选择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95058-23A4-489B-A99D-CDF2B25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Prix : choisir selon la taille du 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7E4A1-BB86-4E95-BD54-9B143E88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190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EA234-D93F-4D9D-B468-2D021748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F615F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83091-9A1D-4051-92F3-A85AF24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AEB0D-2021-412C-9390-501FFDB7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学习和测试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98573-308E-4794-A8B8-765767D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Apprendre et tester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2F821-ABE2-4F4B-9F1C-C418A055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2190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F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8C538-56D7-409C-A961-7E1379D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433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Basic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19E93-2DDF-476C-9640-8B793AA0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$10/mo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FE0DA-45F7-4CFB-B39C-B3BA8734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个人网站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D585-B224-4C48-8898-35CD45D7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00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Site personnel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44C11-6F32-43C4-B31F-9F0F76AA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9900"/>
            <a:ext cx="2190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50AA8-A086-4CA7-849E-21D7080F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15E9B-DB29-4C5A-8B82-1663C8C1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$30/mo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8827B-CB99-4348-BF73-7E296A6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团队项目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C266F-8456-4194-890C-4725E08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Projet d'équipe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0C3A6-8E2D-4F3C-A081-98758F7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4320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61495-8FF2-4FB2-886B-A287DCC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28"/>
                </a:solidFill>
                <a:latin typeface="Aptos"/>
                <a:ea typeface="Aptos"/>
                <a:cs typeface="Aptos"/>
              </a:rPr>
              <a:t>Scale / 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D9E09-75AA-442D-B1A7-EDBE6DFA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$100+/mo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2A23F-81FE-4997-9EF4-CB61469F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大型项目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0A88F-6CAB-4B8D-A7A4-FA94DE77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Grands projets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09E59-7E05-442E-9CE6-49AD1235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简单记忆：学习用 Free，个人网站用 Basic，团队项目用 Pro，大型项目再考虑 Scale 或 Enterprise。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A5EFD-E417-44CE-B19E-F884B25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Formule simple : Free pour apprendre, Basic pour un site personnel, Pro pour une équipe, Scale/Enterprise pour les grands projets.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1FCCB-51F4-4AA5-ADBF-D2BB3D43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08</a:t>
            </a:r>
          </a:p>
        </p:txBody>
      </p:sp>
    </p:spTree>
    <p:extLst>
      <p:ext uri="{BB962C8B-B14F-4D97-AF65-F5344CB8AC3E}">
        <p14:creationId xmlns:p14="http://schemas.microsoft.com/office/powerpoint/2010/main" val="20260067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45F81-6A4C-4D86-9110-B946821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79854-E578-4E0B-BAC6-94F6B1E5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08 · TRADEOFFS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7A503-A986-412E-928E-294BDB47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优势很清楚，但也不是万能工具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0D0F7-4618-42C0-A4FF-E0D0569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Framer a des avantages clairs, mais ce n'est pas magique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AFBD1-EE94-4A71-83ED-824E96C9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FD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2C3B8-3805-4A03-BD48-823CE70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优势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06223-F50F-4D49-B894-8204CCE8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Avantages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FE072-9D35-4C0F-9830-975388B0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15A77-053E-4B99-8D4F-5DD1222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上线速度快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5F315-5F8F-40B3-BC95-E7EF4521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1472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Publication rapide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BB1C1-4826-436B-84DD-E0D14309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D9453-D7F5-4C44-A8AF-40752A33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视觉和动效表现强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3FD28-A687-449F-9200-4F50FC51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Bon rendu visuel et animations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58808-D979-4411-BC4B-4AB0B821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60F06-287A-45A9-AFCA-1DEF59F9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对个人和小团队友好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A8976-CFC0-4AA8-B140-8B6A2EBA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012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Pratique pour petites équipes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BA8F4-97DA-4E8F-8734-BB11DAB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E"/>
          </a:solidFill>
          <a:ln xmlns:a="http://schemas.openxmlformats.org/drawingml/2006/main" w="9525">
            <a:solidFill>
              <a:srgbClr val="E8B9B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6C494-980D-40AD-92D7-3034CA1D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42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423A"/>
                </a:solidFill>
                <a:latin typeface="Aptos"/>
                <a:ea typeface="Aptos"/>
                <a:cs typeface="Aptos"/>
              </a:rPr>
              <a:t>局限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090B6-2728-4A3E-B6F9-F49F9E49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86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Limites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5CE4D-7452-400D-88A5-EE5E1ABA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1E321-0B66-4FC0-B01F-AB57144C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复杂 Web App 不适合只靠它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8D048-3767-4A53-BFD8-8ED4F00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Pas idéal seul pour une app complexe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C1668-ED61-43B7-98A1-FBD215D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22A5D-AC32-498B-84D0-4FB41D84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订阅和附加功能会增加成本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BF9AB-73BB-43A3-B808-662992D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L'abonnement peut coûter plus cher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B7EBB-F89A-4F0A-A433-AB52D899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9BF5D-8902-4312-87EC-CCC9ED83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平台绑定带来迁移成本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F8063-5234-4994-B0B1-621071E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01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Dépendance à la plateforme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865E7-98FC-4F88-901C-F4BD9054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09</a:t>
            </a:r>
          </a:p>
        </p:txBody>
      </p:sp>
    </p:spTree>
    <p:extLst>
      <p:ext uri="{BB962C8B-B14F-4D97-AF65-F5344CB8AC3E}">
        <p14:creationId xmlns:p14="http://schemas.microsoft.com/office/powerpoint/2010/main" val="8835864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A2D94-D9A7-4822-9010-B71D940B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3BB09-6FB9-438D-B0D2-830A8B8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42030-9EDB-45A3-9BA4-022EB25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Framer 让网页从设计到上线变得更短、更直观、更适合快速迭代。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48CD8-0AE7-4C79-90AA-BE8BB9D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90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Framer rend le passage du design à la publication plus court, plus visuel et plus rapide.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56CDC-0B5C-4844-BA55-D20FCE13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5"/>
          </a:solidFill>
          <a:ln xmlns:a="http://schemas.openxmlformats.org/drawingml/2006/main" w="9525">
            <a:solidFill>
              <a:srgbClr val="4441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3D22A-3818-4153-9C8A-1959C121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适合：作品集、产品官网、landing page、小型内容网站。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FEA55-B0AC-4F9A-AE41-44F11C2A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Adapté aux portfolios, sites produit et pages marketing.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74DA3-5620-4500-920B-0740B6F4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5"/>
          </a:solidFill>
          <a:ln xmlns:a="http://schemas.openxmlformats.org/drawingml/2006/main" w="9525">
            <a:solidFill>
              <a:srgbClr val="4441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53E1F-604A-47D5-9002-BC47F83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不替代：复杂后台、订单系统、实时数据型 Web App。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5B870-3B81-4B40-B94E-FCC58B1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672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Ne remplace pas les applications web très complexes.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3BC0F-9C9D-4D27-A006-63E83DCB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340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Merci · 谢谢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E3D58-D9C4-4BAA-A299-109FFEE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Framer introduction · 10</a:t>
            </a:r>
          </a:p>
        </p:txBody>
      </p:sp>
    </p:spTree>
    <p:extLst>
      <p:ext uri="{BB962C8B-B14F-4D97-AF65-F5344CB8AC3E}">
        <p14:creationId xmlns:p14="http://schemas.microsoft.com/office/powerpoint/2010/main" val="549600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2026-06-06T20:25:25.0720000Z</dcterms:created>
  <dcterms:modified xsi:type="dcterms:W3CDTF">2026-06-06T20:25:25.0720000Z</dcterms:modified>
</coreProperties>
</file>