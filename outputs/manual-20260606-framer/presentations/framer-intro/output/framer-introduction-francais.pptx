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b8ee013a1c4b63" /><Relationship Type="http://schemas.openxmlformats.org/officeDocument/2006/relationships/extended-properties" Target="/docProps/app.xml" Id="R0e8bb991a6834476" /><Relationship Type="http://schemas.openxmlformats.org/officeDocument/2006/relationships/officeDocument" Target="/ppt/presentation.xml" Id="Rf4c3a04152494f8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7b16a301e244cfb"/>
  </p:sldMasterIdLst>
  <p:notesMasterIdLst>
    <p:notesMasterId xmlns:r="http://schemas.openxmlformats.org/officeDocument/2006/relationships" r:id="R0803f6e93e3c4970"/>
  </p:notesMasterIdLst>
  <p:sldIdLst>
    <p:sldId xmlns:r="http://schemas.openxmlformats.org/officeDocument/2006/relationships" id="256" r:id="Rbea3ba6c9e5e46d4"/>
    <p:sldId xmlns:r="http://schemas.openxmlformats.org/officeDocument/2006/relationships" id="257" r:id="Rbde317627e734530"/>
    <p:sldId xmlns:r="http://schemas.openxmlformats.org/officeDocument/2006/relationships" id="258" r:id="R86ef69066e404e6b"/>
    <p:sldId xmlns:r="http://schemas.openxmlformats.org/officeDocument/2006/relationships" id="259" r:id="R9fbf1a950db949ec"/>
    <p:sldId xmlns:r="http://schemas.openxmlformats.org/officeDocument/2006/relationships" id="260" r:id="R2c09a2028e4b4b6d"/>
    <p:sldId xmlns:r="http://schemas.openxmlformats.org/officeDocument/2006/relationships" id="261" r:id="R80e585c8a9384ae3"/>
    <p:sldId xmlns:r="http://schemas.openxmlformats.org/officeDocument/2006/relationships" id="262" r:id="R57faf32a82024435"/>
    <p:sldId xmlns:r="http://schemas.openxmlformats.org/officeDocument/2006/relationships" id="263" r:id="R7a441bb64c42476a"/>
    <p:sldId xmlns:r="http://schemas.openxmlformats.org/officeDocument/2006/relationships" id="264" r:id="Rb0be06dfa6e94341"/>
    <p:sldId xmlns:r="http://schemas.openxmlformats.org/officeDocument/2006/relationships" id="265" r:id="R86080346426b402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30dddca0774a32" /><Relationship Type="http://schemas.openxmlformats.org/officeDocument/2006/relationships/slideMaster" Target="/ppt/slideMasters/slideMaster1.xml" Id="Re7b16a301e244cfb" /><Relationship Type="http://schemas.openxmlformats.org/officeDocument/2006/relationships/notesMaster" Target="/ppt/notesMasters/notesMaster1.xml" Id="R0803f6e93e3c4970" /><Relationship Type="http://schemas.openxmlformats.org/officeDocument/2006/relationships/presProps" Target="/ppt/presProps.xml" Id="Rd25dd3e5bda94bdb" /><Relationship Type="http://schemas.openxmlformats.org/officeDocument/2006/relationships/viewProps" Target="/ppt/viewProps.xml" Id="R3aac57a1fd2842b6" /><Relationship Type="http://schemas.openxmlformats.org/officeDocument/2006/relationships/tableStyles" Target="/ppt/tableStyles.xml" Id="R5a880d2f87e44b9a" /><Relationship Type="http://schemas.openxmlformats.org/officeDocument/2006/relationships/slide" Target="/ppt/slides/slide1.xml" Id="Rbea3ba6c9e5e46d4" /><Relationship Type="http://schemas.openxmlformats.org/officeDocument/2006/relationships/slide" Target="/ppt/slides/slide2.xml" Id="Rbde317627e734530" /><Relationship Type="http://schemas.openxmlformats.org/officeDocument/2006/relationships/slide" Target="/ppt/slides/slide3.xml" Id="R86ef69066e404e6b" /><Relationship Type="http://schemas.openxmlformats.org/officeDocument/2006/relationships/slide" Target="/ppt/slides/slide4.xml" Id="R9fbf1a950db949ec" /><Relationship Type="http://schemas.openxmlformats.org/officeDocument/2006/relationships/slide" Target="/ppt/slides/slide5.xml" Id="R2c09a2028e4b4b6d" /><Relationship Type="http://schemas.openxmlformats.org/officeDocument/2006/relationships/slide" Target="/ppt/slides/slide6.xml" Id="R80e585c8a9384ae3" /><Relationship Type="http://schemas.openxmlformats.org/officeDocument/2006/relationships/slide" Target="/ppt/slides/slide7.xml" Id="R57faf32a82024435" /><Relationship Type="http://schemas.openxmlformats.org/officeDocument/2006/relationships/slide" Target="/ppt/slides/slide8.xml" Id="R7a441bb64c42476a" /><Relationship Type="http://schemas.openxmlformats.org/officeDocument/2006/relationships/slide" Target="/ppt/slides/slide9.xml" Id="Rb0be06dfa6e94341" /><Relationship Type="http://schemas.openxmlformats.org/officeDocument/2006/relationships/slide" Target="/ppt/slides/slide10.xml" Id="R86080346426b402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0216cad932241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89a6831a7e449a4" /><Relationship Type="http://schemas.openxmlformats.org/officeDocument/2006/relationships/notesMaster" Target="/ppt/notesMasters/notesMaster1.xml" Id="Rb60647dc563a4ab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c839fbe7359427f" /><Relationship Type="http://schemas.openxmlformats.org/officeDocument/2006/relationships/notesMaster" Target="/ppt/notesMasters/notesMaster1.xml" Id="Rec88b28979944d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9389feac0674f01" /><Relationship Type="http://schemas.openxmlformats.org/officeDocument/2006/relationships/notesMaster" Target="/ppt/notesMasters/notesMaster1.xml" Id="R74d8677b897440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4348b5dc024059" /><Relationship Type="http://schemas.openxmlformats.org/officeDocument/2006/relationships/notesMaster" Target="/ppt/notesMasters/notesMaster1.xml" Id="Rad3e7311d9a84f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620c9b59537481a" /><Relationship Type="http://schemas.openxmlformats.org/officeDocument/2006/relationships/notesMaster" Target="/ppt/notesMasters/notesMaster1.xml" Id="R374de9c0e02e47a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5637b3d7601440b" /><Relationship Type="http://schemas.openxmlformats.org/officeDocument/2006/relationships/notesMaster" Target="/ppt/notesMasters/notesMaster1.xml" Id="R130e9a88b5bc4d9a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28ea413b1b4eef" /><Relationship Type="http://schemas.openxmlformats.org/officeDocument/2006/relationships/notesMaster" Target="/ppt/notesMasters/notesMaster1.xml" Id="R8fe8613fb8ab45e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573be05fcd54676" /><Relationship Type="http://schemas.openxmlformats.org/officeDocument/2006/relationships/notesMaster" Target="/ppt/notesMasters/notesMaster1.xml" Id="Rb8e83a14e33c457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c9f1c2e064a4953" /><Relationship Type="http://schemas.openxmlformats.org/officeDocument/2006/relationships/notesMaster" Target="/ppt/notesMasters/notesMaster1.xml" Id="R82763c9bb7f44f0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40e5bdcd65343c5" /><Relationship Type="http://schemas.openxmlformats.org/officeDocument/2006/relationships/notesMaster" Target="/ppt/notesMasters/notesMaster1.xml" Id="R4980a91ce66f4e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874e5ccec014b4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4faa637c1d46f4" /><Relationship Type="http://schemas.openxmlformats.org/officeDocument/2006/relationships/slideLayout" Target="/ppt/slideLayouts/slideLayout1.xml" Id="R406ee6822be445d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6ee6822be445d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55a31b1783412e" /><Relationship Type="http://schemas.openxmlformats.org/officeDocument/2006/relationships/notesSlide" Target="/ppt/notesSlides/notesSlide1.xml" Id="Re9430cc78c054d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938123a927423b" /><Relationship Type="http://schemas.openxmlformats.org/officeDocument/2006/relationships/notesSlide" Target="/ppt/notesSlides/notesSlide2.xml" Id="R385f8de41f5f4f3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fae6badb864ea9" /><Relationship Type="http://schemas.openxmlformats.org/officeDocument/2006/relationships/notesSlide" Target="/ppt/notesSlides/notesSlide3.xml" Id="R4f3f99a282ca424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5f42b0eacd48a5" /><Relationship Type="http://schemas.openxmlformats.org/officeDocument/2006/relationships/notesSlide" Target="/ppt/notesSlides/notesSlide4.xml" Id="Re4214161294b42e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ac7090536d94ae5" /><Relationship Type="http://schemas.openxmlformats.org/officeDocument/2006/relationships/notesSlide" Target="/ppt/notesSlides/notesSlide5.xml" Id="Rd0f11a3b88e14c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2eb2e420c94f73" /><Relationship Type="http://schemas.openxmlformats.org/officeDocument/2006/relationships/notesSlide" Target="/ppt/notesSlides/notesSlide6.xml" Id="Rdc8ec84d24c74b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68cff7934444cb" /><Relationship Type="http://schemas.openxmlformats.org/officeDocument/2006/relationships/notesSlide" Target="/ppt/notesSlides/notesSlide7.xml" Id="Re784970a7d69430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9c19788c1f4e96" /><Relationship Type="http://schemas.openxmlformats.org/officeDocument/2006/relationships/notesSlide" Target="/ppt/notesSlides/notesSlide8.xml" Id="Rc6fa15bddcad48c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d3f1a5f7114ae9" /><Relationship Type="http://schemas.openxmlformats.org/officeDocument/2006/relationships/notesSlide" Target="/ppt/notesSlides/notesSlide9.xml" Id="R9d2d96682cab460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aca5fd6de34466" /><Relationship Type="http://schemas.openxmlformats.org/officeDocument/2006/relationships/notesSlide" Target="/ppt/notesSlides/notesSlide10.xml" Id="R8e31d5790eb24405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1D74E03-0539-4B6C-AAAD-D381E3920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865E56A-A603-45DC-817C-AAC8DDB32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5300"/>
            <a:ext cx="3429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FRAMER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E8B24B2-2861-4C05-8361-2B469469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752600"/>
            <a:ext cx="72390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3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Du design web à un vrai site publié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97F03-F751-4ED1-A27C-082E6FBE3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38550"/>
            <a:ext cx="7429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Idée clé : Framer réunit le design, l'interaction et la publication dans un seul outil.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A86738-83BC-4713-AA5F-4298BCE06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05300"/>
            <a:ext cx="7239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Un outil no-code pour créer, animer et publier un site plus rapidement.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1C848AF-1ADE-4EC4-BBC7-46AD296E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18110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94DF9FF-EC7A-4C41-B888-4B349A0AE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24777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No-code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46C316-4F18-4226-8C18-4590F56A8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190750"/>
            <a:ext cx="1143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4F77F90-6679-4C2F-B960-10EA2789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257425"/>
            <a:ext cx="914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7C3510-8416-4B52-9A8D-6495BBED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62300"/>
            <a:ext cx="1047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E95040-F2DD-45D5-A33E-7A509C9B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28975"/>
            <a:ext cx="819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E01D2B-1266-4FBA-B690-26532D373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4171950"/>
            <a:ext cx="152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4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761701-EB49-4CBA-AE51-3365F70F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4238625"/>
            <a:ext cx="1295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Publish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EDDD3F-5510-4023-9B49-A38C129D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543050"/>
            <a:ext cx="1828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9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6D988A-FCE4-4C38-AF97-5B24462C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2552700"/>
            <a:ext cx="762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9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2AD8483-5250-43FB-878D-CB340622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24250"/>
            <a:ext cx="12573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A494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D91137-507D-4270-AEA0-5E15498DF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Introduction à Framer · 01</a:t>
            </a:r>
          </a:p>
        </p:txBody>
      </p:sp>
    </p:spTree>
    <p:extLst>
      <p:ext uri="{BB962C8B-B14F-4D97-AF65-F5344CB8AC3E}">
        <p14:creationId xmlns:p14="http://schemas.microsoft.com/office/powerpoint/2010/main" val="153921445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82804C2-F909-4D71-8D28-F2EF3C2AF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56676-D186-472D-ABB1-0EB0C50AE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01 · POURQUOI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D2F0FFE-CEE6-4FF7-8531-A828BD434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Le processus classique est long ; Framer le raccourcit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F6C90D-7724-40F7-834E-DDB96BFC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Créer un site demande souvent design, développement et publication.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B47DBB-4B86-4221-A1D7-021E530CE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622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2D99B-F4AF-486C-B402-092DC541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717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Maquette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209E2-2903-45FD-97F4-5E121249C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9146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F81F35-BF09-416E-A630-B6BAD23E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194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Figma / outil de design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870820-0E23-4934-9C63-E6B86A606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52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DFE49-8E86-4025-A355-9F5CBA1E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81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86BA89-F121-4802-9900-FB160C542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23622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82B8312-A81D-4B86-8998-40DA642C7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5717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Code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97927A-13F8-44A1-B639-B9D2FC157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29146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Développement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32D233-F90E-48D3-8265-56390AE3B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725" y="32194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HTML · CSS · JS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732FE2-E51E-4DAF-9CA7-B47274DB4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9527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6FC0EC-FF58-428A-9887-B9D7F1300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29275" y="278130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C843C-D2C6-4ED0-897E-3113ECF38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362200"/>
            <a:ext cx="20002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CB39632-814D-4708-A9AC-B4D6F569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571750"/>
            <a:ext cx="1562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Publication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D53CC34-BFA0-4BCE-A439-105856D93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914650"/>
            <a:ext cx="15621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Mise en ligne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03813C-FE7F-4D45-87AB-18DEDFE7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19450"/>
            <a:ext cx="1562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Serveur · domaine · performance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C9F8546-217F-4388-8F52-33277C6E5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2857500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BFD8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75916B3-50C4-4754-9853-B98548120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438400"/>
            <a:ext cx="2190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D7F66"/>
                </a:solidFill>
                <a:latin typeface="Aptos Display"/>
                <a:ea typeface="Aptos Display"/>
                <a:cs typeface="Aptos Display"/>
              </a:defRPr>
            </a:pPr>
            <a:r>
              <a:rPr sz="2325" b="1">
                <a:solidFill>
                  <a:srgbClr val="1D7F66"/>
                </a:solidFill>
                <a:latin typeface="Aptos Display"/>
                <a:ea typeface="Aptos Display"/>
                <a:cs typeface="Aptos Display"/>
              </a:rPr>
              <a:t>Framer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E6BB22-AA1B-444F-A3E0-2D0F651A7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952750"/>
            <a:ext cx="2095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Design + interaction + publication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00002FC-AA83-47A7-87AE-FCC398FD8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815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En une phrase : ce n'est pas seulement une maquette,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D74AAAD-E916-4ECB-912E-02F3AACD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86350"/>
            <a:ext cx="7239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c'est un vrai site.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6CC99D-1C7A-4CE6-B3E4-A3C42A52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448300"/>
            <a:ext cx="685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Le résultat peut être publié et visité en ligne.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820E00-95AD-4579-99E0-99A1F0CD1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Introduction à Framer · 02</a:t>
            </a:r>
          </a:p>
        </p:txBody>
      </p:sp>
    </p:spTree>
    <p:extLst>
      <p:ext uri="{BB962C8B-B14F-4D97-AF65-F5344CB8AC3E}">
        <p14:creationId xmlns:p14="http://schemas.microsoft.com/office/powerpoint/2010/main" val="195766068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CA2B7F3-C7D9-44ED-915A-87D82B7F5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381891-99DE-4F03-8BAB-4D5B8ADD5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02 · BASES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3C3AF7-6DD3-43DA-8AD7-E3DF748D4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Le positionnement de Framer : trois outils en un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A529D-3D56-4F15-BC64-1051C1D0E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Framer combine design, gestion de contenu et publication.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C3A06B-8A01-4AEB-8961-DD9B5A75A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009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47F0665-ABAD-4A18-9E09-F9550252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193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AB749-B78B-4F6B-8E50-F548DF6D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505075"/>
            <a:ext cx="24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15166-6AF3-4F3C-A9FE-CC717C9B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57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Outil de design web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9A94C5-782C-4466-BE44-A1C343465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81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Créer les pages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1441BF-8ABC-4D67-8EB6-EA774F590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95750"/>
            <a:ext cx="240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Ajouter texte, images, boutons, menus et sections.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20736D-8C68-4934-9EB1-5F2FE426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2152650"/>
            <a:ext cx="3009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51EF3A-064F-410B-969A-623BCCC32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4193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3826848-8FA5-4551-8350-EC9EEA9C8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2505075"/>
            <a:ext cx="24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B61A1E-3E3E-4ADA-848D-0DE4431B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57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Gestion de contenu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F61AE0-67E4-4B74-A090-71347038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81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FCE3E9-6EE1-490E-8465-E7454695B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4095750"/>
            <a:ext cx="240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Gérer blog, projets, produits et contenus répétés.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2CCB6DB-C4E7-4162-981A-D967A524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152650"/>
            <a:ext cx="3009900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2EBDF45-D271-4FE8-84A2-A9599CB11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419350"/>
            <a:ext cx="55245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261B353-A615-4969-97CD-3657080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505075"/>
            <a:ext cx="2476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96CCA3-E0D2-4D32-B2C7-EE647BCA5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25755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Publication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BB688-F61A-4E6E-A11F-932C94664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581400"/>
            <a:ext cx="238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Hébergement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91803A2-DDDD-49CB-A39E-BFB26887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24003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Publier le site et connecter un nom de domaine.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567DCCE-77B3-4E62-A7FD-F7E94C4D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8382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Différence clé : le résultat n'est pas seulement une maquette, mais un site publié.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DF5DB4-476D-4FCB-909D-630316182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48350"/>
            <a:ext cx="7810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C'est ce qui distingue Framer d'un outil de design classique.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62B8A73-68E7-4650-ADFB-40395CDA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Introduction à Framer · 03</a:t>
            </a:r>
          </a:p>
        </p:txBody>
      </p:sp>
    </p:spTree>
    <p:extLst>
      <p:ext uri="{BB962C8B-B14F-4D97-AF65-F5344CB8AC3E}">
        <p14:creationId xmlns:p14="http://schemas.microsoft.com/office/powerpoint/2010/main" val="3661700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FAC8BE7-0A51-468A-8010-0403E4A95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243A2E-FD3D-4995-88C7-BC82176DB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03 · DESIGN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7F4A41F-455C-42B5-AABA-B86EA0BE7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No-code est plus visuel, mais il faut comprendre la mise en page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4B53BA-5FDA-4562-9942-7B9A0669E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Framer facilite le travail, mais il garde une logique de design web.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6B1562-616A-433F-95A2-A75128E9F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19300"/>
            <a:ext cx="4629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55F9A-4C02-442C-9414-16D9FA4F2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324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Ce qui est simple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A0A078-6CE9-4B71-95AD-5E18D466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194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922DDD-7165-4199-B1DA-FB2AEEFB0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62300"/>
            <a:ext cx="3257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Ajouter des blocs directement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F9A556-8F15-44CD-A5AF-1A67A23C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438525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Sans commencer par écrire du code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322D6AC-1DB9-4694-A21A-4D94DFB8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671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C1FB09-EA02-41FE-A404-A01EB7D4B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0000"/>
            <a:ext cx="3257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Modifier texte, couleurs, images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ED7D3-9921-44E4-A510-2AA8E2D6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86225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Tout se règle dans l'interface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2330B9-433F-499A-9569-E06743F18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148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84FDA9-8B43-4EA9-B389-21BBDBEFE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57700"/>
            <a:ext cx="3257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Créer une première page rapidement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3C2657-A2F8-48E7-9AA5-E59A6EA72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733925"/>
            <a:ext cx="3257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Utile pour tester une idée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CBF676-6457-4C44-9E1B-E65E8D466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019300"/>
            <a:ext cx="462915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5EA"/>
          </a:solidFill>
          <a:ln xmlns:a="http://schemas.openxmlformats.org/drawingml/2006/main" w="9525">
            <a:solidFill>
              <a:srgbClr val="E6C8A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F912B7-5FB0-4EB5-98BE-232358C0E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24100"/>
            <a:ext cx="2857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Ce qu'il faut apprendre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24A6DE7-11EF-4D15-B0CD-B9A7CAD14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23850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EDBB23-40ED-456D-9CF7-A414CC97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305175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padding / margin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9C38437-618E-4E0F-926A-4D9CB64BE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238500"/>
            <a:ext cx="12573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8402DD4-013C-417F-A068-C18E2FA0D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30517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alignment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8F16D4A-976F-4D67-A6FA-614B75F1C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829050"/>
            <a:ext cx="13906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2213942-AA75-4AC5-A581-2327DF752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3895725"/>
            <a:ext cx="1162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stack / gap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F514D43-FEE1-4B7E-8E19-754E8744C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29050"/>
            <a:ext cx="1562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427E6C-E76B-431D-86D3-C3619806C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95725"/>
            <a:ext cx="1333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responsive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8BBB5A-5CA2-4887-AA54-5DCA92453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958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Conclusion : Framer réduit la difficulté du code,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7CBE160-E509-4739-848A-02A1CDDFC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762500"/>
            <a:ext cx="3714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mais pas la logique du design web.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B05D31F-2D5F-442F-A238-1AC0EE2A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Introduction à Framer · 04</a:t>
            </a:r>
          </a:p>
        </p:txBody>
      </p:sp>
    </p:spTree>
    <p:extLst>
      <p:ext uri="{BB962C8B-B14F-4D97-AF65-F5344CB8AC3E}">
        <p14:creationId xmlns:p14="http://schemas.microsoft.com/office/powerpoint/2010/main" val="45722520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7BC64A-0623-459F-9EDE-5E246863A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9560BE-B1AF-43FF-8A72-5BDAAF3F2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04 · INTERACTION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707AF3-1D54-4B0A-B871-ABE183FFC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Les composants et animations rendent le site cohérent et vivant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562194-C452-413D-A828-A64292127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Ils aident à garder une identité visuelle et à rendre la page plus expressive.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64EFFE-8407-4975-AAC8-F4C25664F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247900"/>
            <a:ext cx="23812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BFD8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4CD5F9-F140-4810-AD07-5B131C34D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76500"/>
            <a:ext cx="18669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Composant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2CEFDE-CB42-49CE-9A48-04E53F13A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0035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Un bloc réutilisable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3C0705-3698-4615-82B7-F83B6201C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1695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72A15-1C04-45D9-BF25-0E7D3DDE8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4003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Bouton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4E4C29E-68CF-436A-8486-B49308DED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7051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Bouton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25F434-7063-4FA5-81D8-FDA434DFD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14550"/>
            <a:ext cx="1695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2756F6-FD62-454C-A591-10598BD04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4003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Menu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CD0D4-B324-459C-AA04-43798721D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Menu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E1926E3-C8D8-4CD4-8496-0D0377996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114550"/>
            <a:ext cx="169545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7BEF6F-4352-4FE5-AB54-93B5B9381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00300"/>
            <a:ext cx="1238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Carte produit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7C1467-13E5-4225-A384-FAF9636C7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05100"/>
            <a:ext cx="1238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Carte produit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87DF19-7A60-43C0-9923-8C1B2D041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743200"/>
            <a:ext cx="571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FA4ECC5-9FF7-4179-B523-E27DE688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285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2F73C1-B951-46ED-8E2B-2E3B3569A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743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6F8553-3250-49C0-B410-FD7F3878C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743200"/>
            <a:ext cx="266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ADDAD9-2BF5-485A-95E9-FF9E869D8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476750"/>
            <a:ext cx="933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DE187AE-71EB-43E2-80A9-91F760D3A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6672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Comme une classe HTML/CSS :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93BB012-93DF-4C40-B4EB-248291F81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933950"/>
            <a:ext cx="4953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définir une fois, réutiliser partout.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1BFE17-B08F-4A15-82DD-BCC8D72A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5219700"/>
            <a:ext cx="495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Un même style peut rester cohérent sur plusieurs pages.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79B272-A59D-4C24-9C4B-1D6EA8DC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819650"/>
            <a:ext cx="2857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4B66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4B66A"/>
                </a:solidFill>
                <a:latin typeface="Aptos"/>
                <a:ea typeface="Aptos"/>
                <a:cs typeface="Aptos"/>
              </a:rPr>
              <a:t>Animations : hover · scroll · transition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7EB7EF-BCED-4BF1-833F-7276FD997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Introduction à Framer · 05</a:t>
            </a:r>
          </a:p>
        </p:txBody>
      </p:sp>
    </p:spTree>
    <p:extLst>
      <p:ext uri="{BB962C8B-B14F-4D97-AF65-F5344CB8AC3E}">
        <p14:creationId xmlns:p14="http://schemas.microsoft.com/office/powerpoint/2010/main" val="35014424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8746502-CF5D-4463-AE8B-C7A709CDE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0A112E-49CB-4010-B468-2ADCF277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05 · FONCTIONS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B6EB0-B999-4F64-A979-6BDCC7E05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Trois fonctions fortes : IA, CMS, publication en un clic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5D0B0BA-40F8-4187-A8F9-8367D5DE4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Ces fonctions rendent Framer très pratique pour créer un site rapidement.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9C713A-4440-4CCA-80DF-ECBA720A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27813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E4E9DA-DED7-4671-A2C0-97B61ACBC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384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57D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DDB5361-EF3D-4AA7-8CF8-5B18E3D20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336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7FA390-DC31-4FA8-A629-D48B555D5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L'IA crée une base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C9AB85-7424-4D14-BAB9-1BD0CF2C9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43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Départ rapide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18167F8-26A6-4FF6-A4EB-AAA83D18D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9814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Écrire une description et obtenir une première page modifiable.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2F1DE86-AA28-46AF-B0D8-26EDBF0F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3295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FDAAF5-005C-48BA-A6CB-AF7E7B40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124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5371826-31D3-4F6C-8E45-82F400F77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171700"/>
            <a:ext cx="27813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F70561-5F6D-4AB6-AD79-ED9DC6987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4384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417D6-58B5-4215-8562-838D183EF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5336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0200C1-6741-4B84-8D3A-A195A913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Le CMS gère le contenu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83B324-9452-493A-934F-0AFF3EC3C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43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Contenu vivant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30B137-52F6-4C38-BA03-83C676701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9814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Mettre à jour blog, projets ou produits plus facilement.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F9BAFF-CD6B-4A14-ABC3-B644EB039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3295650"/>
            <a:ext cx="4000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DC4F8-899F-4D27-8B77-1A1357A1A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6175" y="3124200"/>
            <a:ext cx="323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FEA569-0AC2-4B66-A484-0B66184D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171700"/>
            <a:ext cx="2781300" cy="2305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B6F32F8-D0D0-463B-AE8E-C8B06A399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38400"/>
            <a:ext cx="5334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772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D25C67-F81C-46E9-9EA3-AA9151135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533650"/>
            <a:ext cx="228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F17E3E-1F62-479A-B1AE-02A5283E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21945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Publier en un clic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A8AAF7F-9477-4CF1-8828-8C9BB6C38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43300"/>
            <a:ext cx="2095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Mise en ligne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CB18E01-CBEC-4BAE-BF6A-271B8B799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81450"/>
            <a:ext cx="2095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Publier le site ou connecter un domaine personnalisé.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FFA901D-8D8B-4FC4-AC94-16D13A44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876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Différence avec Figma : Figma est très fort pour la maquette ; Framer transforme le design en site.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9395FA-5306-4E68-852F-3C979006B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Introduction à Framer · 06</a:t>
            </a:r>
          </a:p>
        </p:txBody>
      </p:sp>
    </p:spTree>
    <p:extLst>
      <p:ext uri="{BB962C8B-B14F-4D97-AF65-F5344CB8AC3E}">
        <p14:creationId xmlns:p14="http://schemas.microsoft.com/office/powerpoint/2010/main" val="2595701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A8F7CDA-2CB7-4C9C-8ABA-3262693FF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9D1672-26D0-478A-B929-2DC470940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06 · COMPARAISON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0EB766-D5D5-454C-A6BB-3641EB6E6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Comparer Framer avec les méthodes courantes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B054E9-08D7-47A9-87B9-DD97AC801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Chaque outil a ses forces selon le type de projet.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4C27BE-AF0A-4EEC-96D7-9E229BBCE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907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0F1C76-C571-4D62-BE02-E33EC386F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14525"/>
            <a:ext cx="1581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Outil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D19B92-F8F9-4239-8CB7-D77D67C79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1790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F45B2D-4DE9-4F81-BAD4-C22A3EF6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19145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Prise en main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D03BE5-1A57-4781-BFC1-C0E6D20FA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2FCA2C-51E7-4784-A1FD-253DAE428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9145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Liberté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06AF97-F1FD-482D-A7B0-C63FB837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790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7F75B-DB17-47C8-8DCF-1207B5C17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9145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Publication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FF6B9C-0CF2-4AB5-87F2-738FB4E19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790700"/>
            <a:ext cx="1619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BFCC573-162D-4C0C-B160-98DB6AB13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914525"/>
            <a:ext cx="139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Collaboration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04A0EDB-AD76-4501-85C7-EFAA3039D7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790700"/>
            <a:ext cx="2190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9525">
            <a:solidFill>
              <a:srgbClr val="171717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1EE2344-C2C5-4602-852C-EF419F231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14525"/>
            <a:ext cx="1962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Le plus adapté à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FB6FB9-BD71-4A19-92C2-BFC2F335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288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F3E0E-1DF7-4123-A210-8162131C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003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Framer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0389BF3-F093-416A-827A-A182F6DAF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2288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01CB1E0-CC49-4CD0-B13B-A1A97853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400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Rapide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C306C5C-6C9F-404C-BDD8-4D351A81A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288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CE5FB7B-622F-472B-9156-4E859EF5F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00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Moyenne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961D29E-DE73-42D3-B1BF-8B9687DCC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2288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DEC8BBA-E0D1-49CE-B1FC-D93BCE34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400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Rapide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FE6EBA-CF6C-4170-8C3C-2AABD9B09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2288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BC73B90-C1CB-4074-9B58-561FC481D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4003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Bonne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30555FD-18AD-4A13-8E1F-EF75E29C2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2288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385676C-0E6D-4E50-96C7-5CBA0B765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003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Portfolio, site produit, landing page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5E6F4FC-6E45-47ED-B7AD-800E06341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146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718959D-5442-4B1F-82A4-BFB89C603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861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HTML/CSS/JS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2D36D26-F43F-4B46-B6C4-85D45096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146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9EB367D-3368-46D2-A4B0-E44FB4ACB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086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Difficile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FE6A8D-E992-4C25-A97F-286637566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146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28B8722-0409-4DE6-AD7C-59DDA64DB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086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Très haute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9D4FD6-168D-4F14-86FD-C71F8E4E4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9146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A69C78E-9DFF-4880-9852-102B51AE3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86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Plus lente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E70721-B992-49AA-A74E-7931E1BA7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146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5177AA-7B97-4836-9A44-2B42C932C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0861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Selon l'équipe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6B232F8-E831-4B1F-8CA9-7178964DF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146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6EC9D4-E9F3-47BE-9CA6-309F34805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861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Web App complexe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8850D59-1171-472C-AE5A-B14B052D0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E47C8A2-D4B6-4854-A7AC-66424823A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Webflow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1131F1-0B60-47F7-8114-35FA5B3E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36004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81FF9C2-CC03-4F59-93DA-6081A822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771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Moyenne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3DA8DD1-235D-45D6-8D4B-426FEC4D7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004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A60F02-F5B2-49C2-9CBE-556D6DDAE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771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Haute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2D15EB0-AF92-4C80-AC2F-E72389999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C35F02B-6D9A-472A-8CC3-7DADD31B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771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Assez rapide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B3E6FBF-1E34-4E59-A588-767210303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004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78D317-F9B1-411A-A4EF-FCD70A6ED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7719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Bonne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642007C-2950-443F-B3CF-C9FD847E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6004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969E86-3F36-4009-BF88-5E4C8649B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7719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Site professionnel et CMS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A60F970-17DF-47EA-BB6B-07DAEABA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1809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95E55F8-444F-4754-926F-A4B879F4D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5770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Figma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BF044C1-099B-4262-BA89-E030EA114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286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41676A7-FD30-4EE6-9CDB-49E7A2BC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457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Rapide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EF31D5A-CF42-4A68-B089-031F7E5D2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286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622D5B6-6DE5-4FD3-A520-89C6FE982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457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Design libre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2C6BF27-CB84-4B4F-B102-CD689A5B7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286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36002BE-7386-43A6-AF39-468C38982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57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Non direct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2F7C1447-A367-4B24-B786-770CE07BB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286250"/>
            <a:ext cx="1619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8C1CA7E-09F0-46E5-8D8F-894B921DC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457700"/>
            <a:ext cx="1428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Très forte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855BF7E-3F45-495E-BB0E-E2D851DC8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286250"/>
            <a:ext cx="21907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2C7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B57EBF8-BB0E-46EB-8EEE-C71017B86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57700"/>
            <a:ext cx="200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61615"/>
                </a:solidFill>
                <a:latin typeface="Aptos"/>
                <a:ea typeface="Aptos"/>
                <a:cs typeface="Aptos"/>
              </a:rPr>
              <a:t>Interface et prototype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2E54C83-56BE-4AED-BB29-667C1655F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572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2C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038D9B1-2F17-4A6A-A48D-FB467D5CF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8858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Résumé : Framer est le plus direct quand l'objectif est de publier vite un vrai site visuel.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1F0B242-7276-43BD-9F2F-61475F1EC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Introduction à Framer · 07</a:t>
            </a:r>
          </a:p>
        </p:txBody>
      </p:sp>
    </p:spTree>
    <p:extLst>
      <p:ext uri="{BB962C8B-B14F-4D97-AF65-F5344CB8AC3E}">
        <p14:creationId xmlns:p14="http://schemas.microsoft.com/office/powerpoint/2010/main" val="13874328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91223E9-666B-44C5-BCD5-E635A186A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0B5708-E0FD-46CB-A866-FAF839C3B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07 · PRIX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32D4F3-322C-48A0-8140-126BC6562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572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Prix : choisir selon la taille du projet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EB30CF-31D1-4220-B21C-C3F7B6BD9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620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D'abord tester gratuitement, puis passer à une offre selon les besoins.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0B3D6-46BB-4AD5-9984-39402C709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43300"/>
            <a:ext cx="2190750" cy="1600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5F615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D95F5F-B813-4D7A-A67D-562FE48A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100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5F615F"/>
                </a:solidFill>
                <a:latin typeface="Aptos"/>
                <a:ea typeface="Aptos"/>
                <a:cs typeface="Aptos"/>
              </a:rPr>
              <a:t>Free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13A63E-D712-41DD-B3C8-0D5371573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862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$0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B81DAB-0910-49D0-B8D7-63A89DA4A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434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Tester l'outil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1AFAE3-C1EC-4A7E-9DA4-A94D39383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911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Premiers essais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A48745-973F-4428-8E2D-9AFCE77AA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3276600"/>
            <a:ext cx="2190750" cy="1866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D7F6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77B93E-25B1-45F9-879A-E0A761127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433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Basic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8BB87F-07AB-4BDE-9D67-5395AA479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195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$10/mo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E6D059-A57F-416A-B3CB-9D9607ADE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767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Site personnel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E7CC64-0481-4641-9349-EEB94689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7244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Portfolio ou petit projet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B52B57-CD31-46F5-94B7-D3968DCB9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009900"/>
            <a:ext cx="2190750" cy="213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3157D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62DA8B-6E98-48FB-9D06-23E7AF9E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766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3157D5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3157D5"/>
                </a:solidFill>
                <a:latin typeface="Aptos"/>
                <a:ea typeface="Aptos"/>
                <a:cs typeface="Aptos"/>
              </a:rPr>
              <a:t>Pro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CB874C-A451-4F21-ABFF-B7F2CE8A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7528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$30/mo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A38751-BDB6-446C-B1B6-3118E4180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100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Projet d'équipe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306F3-9513-4D30-827F-77B55563B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577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Plus de pages et de CMS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E350EA-433F-4924-9435-C37F279E4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2743200"/>
            <a:ext cx="2190750" cy="2400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772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0E5584-F535-44B0-952C-7CFDE6348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009900"/>
            <a:ext cx="1752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D97728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D97728"/>
                </a:solidFill>
                <a:latin typeface="Aptos"/>
                <a:ea typeface="Aptos"/>
                <a:cs typeface="Aptos"/>
              </a:rPr>
              <a:t>Scale / Enterprise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AE2114-97C4-4FE1-86B7-A8D50391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861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$100+/mo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7D5FFD-A20B-42E0-ADD5-1026FC41F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943350"/>
            <a:ext cx="171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Grands projets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1E1B3D-2899-48DC-9AC4-EB217146A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191000"/>
            <a:ext cx="1714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Trafic et besoins élevés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ACCF18D-C796-47E2-BC1C-065CF0642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772150"/>
            <a:ext cx="9334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Formule simple : Free pour apprendre, Basic pour un site personnel, Pro pour une équipe, Scale/Enterprise pour les grands projets.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F4F2E09-A7E0-4A23-93CC-69A68D9AB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Introduction à Framer · 08</a:t>
            </a:r>
          </a:p>
        </p:txBody>
      </p:sp>
    </p:spTree>
    <p:extLst>
      <p:ext uri="{BB962C8B-B14F-4D97-AF65-F5344CB8AC3E}">
        <p14:creationId xmlns:p14="http://schemas.microsoft.com/office/powerpoint/2010/main" val="5017175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831BC0C-F730-46BC-9547-8B457DF67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AF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A424FA-EC0F-4B0F-B0D3-69704F07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3850"/>
            <a:ext cx="24765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08 · LIMITES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36706E0-B74F-4029-90BC-00852C2B2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90550"/>
            <a:ext cx="8572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61615"/>
                </a:solidFill>
                <a:latin typeface="Aptos Display"/>
                <a:ea typeface="Aptos Display"/>
                <a:cs typeface="Aptos Display"/>
              </a:rPr>
              <a:t>Framer a des avantages clairs, mais ce n'est pas magique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1F189DA-0386-4246-BCFE-A1B1DB309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352550"/>
            <a:ext cx="8382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Il faut choisir l'outil selon le projet.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C7F401-3B1D-42C5-9290-0E8124EEC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002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EF"/>
          </a:solidFill>
          <a:ln xmlns:a="http://schemas.openxmlformats.org/drawingml/2006/main" w="9525">
            <a:solidFill>
              <a:srgbClr val="BFD8C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EDD264C-97F6-4B6F-BF6B-D3140D1BB5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3241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Avantages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A5644E-60C0-4216-8777-EAC386E8C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19EAA1-B045-4BB0-A0ED-9FBFB03FE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238500"/>
            <a:ext cx="3448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Publication rapide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7B93DE-BC2C-4E3C-AB26-6C37F19DE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514725"/>
            <a:ext cx="3448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Passer vite du design au site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0E8B14-A46C-4F1D-84B4-EF8C2A62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1478B0-2AFF-4EC6-A370-4CBEB9E6F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886200"/>
            <a:ext cx="3448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Bon rendu visuel et animations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F0AEF-CB5A-4AB5-A6AC-0F8FED1E7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3448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Un site plus vivant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250F26-74A7-4EC1-980A-3486C432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7F6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134790-D8A9-48A0-8E23-22F03B2FF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33900"/>
            <a:ext cx="3448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Pratique pour petites équipes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E781AA-5C50-4FDB-AD85-E022B9DA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10125"/>
            <a:ext cx="3448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Moins de configuration technique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B3B79B-38EF-4942-AF49-585935287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00250"/>
            <a:ext cx="4857750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1EE"/>
          </a:solidFill>
          <a:ln xmlns:a="http://schemas.openxmlformats.org/drawingml/2006/main" w="9525">
            <a:solidFill>
              <a:srgbClr val="E8B9B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3AE3D1-3A43-4596-A694-F26018F0C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324100"/>
            <a:ext cx="1524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4423A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4423A"/>
                </a:solidFill>
                <a:latin typeface="Aptos"/>
                <a:ea typeface="Aptos"/>
                <a:cs typeface="Aptos"/>
              </a:rPr>
              <a:t>Limites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D7E02B6-E248-4640-B0F1-C065C3882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956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2F37E1D-6D15-40DA-A3D2-91AE4C8C6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238500"/>
            <a:ext cx="3543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Pas idéal seul pour une app complexe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AE25C7-FB66-4F5F-A41F-57A83CB5C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514725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Comptes, paiement, données temps réel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094B82-D916-4F27-B577-C621B72A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9433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DF0A9CB-B078-4856-8B71-DC4BB572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86200"/>
            <a:ext cx="3543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L'abonnement peut coûter plus cher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E5BFCB-5666-420A-9F07-C09204DBD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162425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Plus de pages, équipe, options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86C4B4-4099-4796-8D3B-1DB33FFB6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591050"/>
            <a:ext cx="762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442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CC5E8B-4D0B-469A-B2F8-CDD764BAE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533900"/>
            <a:ext cx="3543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61615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61615"/>
                </a:solidFill>
                <a:latin typeface="Aptos"/>
                <a:ea typeface="Aptos"/>
                <a:cs typeface="Aptos"/>
              </a:rPr>
              <a:t>Dépendance à la plateforme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FBB9DE0-6267-4BD5-A071-476332D8D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10125"/>
            <a:ext cx="3543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F615F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5F615F"/>
                </a:solidFill>
                <a:latin typeface="Aptos"/>
                <a:ea typeface="Aptos"/>
                <a:cs typeface="Aptos"/>
              </a:rPr>
              <a:t>Migration parfois plus difficile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6BFA43-7C47-49F5-AC79-0FFDF9438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Introduction à Framer · 09</a:t>
            </a:r>
          </a:p>
        </p:txBody>
      </p:sp>
    </p:spTree>
    <p:extLst>
      <p:ext uri="{BB962C8B-B14F-4D97-AF65-F5344CB8AC3E}">
        <p14:creationId xmlns:p14="http://schemas.microsoft.com/office/powerpoint/2010/main" val="1187198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AA2578-62C7-4883-8A9B-8727FFD0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CF95FE-44BC-4EB4-A929-963CB72A1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71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D7F6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D7F66"/>
                </a:solidFill>
                <a:latin typeface="Aptos"/>
                <a:ea typeface="Aptos"/>
                <a:cs typeface="Aptos"/>
              </a:rPr>
              <a:t>Conclusion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6D97D1-3A07-4FD4-8C93-0B239F132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28750"/>
            <a:ext cx="87630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Framer rend le passage du design à la publication plus court, plus visuel et plus rapide.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6500F-B093-4128-82F2-058F567EA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52750"/>
            <a:ext cx="79057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D7D0C4"/>
                </a:solidFill>
                <a:latin typeface="Aptos"/>
                <a:ea typeface="Aptos"/>
                <a:cs typeface="Aptos"/>
              </a:defRPr>
            </a:pPr>
            <a:r>
              <a:rPr sz="1725" b="0">
                <a:solidFill>
                  <a:srgbClr val="D7D0C4"/>
                </a:solidFill>
                <a:latin typeface="Aptos"/>
                <a:ea typeface="Aptos"/>
                <a:cs typeface="Aptos"/>
              </a:rPr>
              <a:t>Il convient surtout aux sites de présentation, aux portfolios et aux pages marketing.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900CDD-B42B-492A-93D1-9C2E3E9DF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3429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5"/>
          </a:solidFill>
          <a:ln xmlns:a="http://schemas.openxmlformats.org/drawingml/2006/main" w="9525">
            <a:solidFill>
              <a:srgbClr val="4441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2A8972-4701-4B3B-80E9-B24A70ED6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324350"/>
            <a:ext cx="2895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Adapté : portfolios, sites produit, landing pages.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71E2F5D-2C5E-4C64-B5A6-8952B4D3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095750"/>
            <a:ext cx="4381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62625"/>
          </a:solidFill>
          <a:ln xmlns:a="http://schemas.openxmlformats.org/drawingml/2006/main" w="9525">
            <a:solidFill>
              <a:srgbClr val="44413A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EA5075C-EB8A-43DB-BDA9-11D60C3E8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4324350"/>
            <a:ext cx="3848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Ne remplace pas : back-office, commande, Web App complexe.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E0EBD86-B841-4673-BDCB-4B061374C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5734050"/>
            <a:ext cx="1905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22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Merci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C90C82-B9F3-449D-815E-9A064D51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770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985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8A8985"/>
                </a:solidFill>
                <a:latin typeface="Aptos"/>
                <a:ea typeface="Aptos"/>
                <a:cs typeface="Aptos"/>
              </a:rPr>
              <a:t>Introduction à Framer · 10</a:t>
            </a:r>
          </a:p>
        </p:txBody>
      </p:sp>
    </p:spTree>
    <p:extLst>
      <p:ext uri="{BB962C8B-B14F-4D97-AF65-F5344CB8AC3E}">
        <p14:creationId xmlns:p14="http://schemas.microsoft.com/office/powerpoint/2010/main" val="139271393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2026-06-06T20:31:24.6120000Z</dcterms:created>
  <dcterms:modified xsi:type="dcterms:W3CDTF">2026-06-06T20:31:24.6120000Z</dcterms:modified>
</coreProperties>
</file>